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USA</c:v>
                  </c:pt>
                  <c:pt idx="2">
                    <c:v>Canada</c:v>
                  </c:pt>
                  <c:pt idx="3">
                    <c:v>Australia</c:v>
                  </c:pt>
                  <c:pt idx="4">
                    <c:v>India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95000</c:v>
                </c:pt>
                <c:pt idx="1">
                  <c:v>105000</c:v>
                </c:pt>
                <c:pt idx="2">
                  <c:v>88000</c:v>
                </c:pt>
                <c:pt idx="3">
                  <c:v>92000</c:v>
                </c:pt>
                <c:pt idx="4">
                  <c:v>980000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8A9B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Gradient
Boosting</c:v>
                  </c:pt>
                  <c:pt idx="1">
                    <c:v>Linear
Regression</c:v>
                  </c:pt>
                  <c:pt idx="2">
                    <c:v>Ridge
Regression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43804</c:v>
                </c:pt>
                <c:pt idx="1">
                  <c:v>42832</c:v>
                </c:pt>
                <c:pt idx="2">
                  <c:v>42834</c:v>
                </c:pt>
                <c:pt idx="3">
                  <c:v>42064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Residual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USA</c:v>
                  </c:pt>
                  <c:pt idx="2">
                    <c:v>Canada</c:v>
                  </c:pt>
                  <c:pt idx="3">
                    <c:v>Australia</c:v>
                  </c:pt>
                  <c:pt idx="4">
                    <c:v>India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-5441</c:v>
                </c:pt>
                <c:pt idx="1">
                  <c:v>-10969</c:v>
                </c:pt>
                <c:pt idx="2">
                  <c:v>-19746</c:v>
                </c:pt>
                <c:pt idx="3">
                  <c:v>-46608</c:v>
                </c:pt>
                <c:pt idx="4">
                  <c:v>-522682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Junior</c:v>
                  </c:pt>
                  <c:pt idx="1">
                    <c:v>Lead</c:v>
                  </c:pt>
                  <c:pt idx="2">
                    <c:v>Senior</c:v>
                  </c:pt>
                  <c:pt idx="3">
                    <c:v>Mid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-3769</c:v>
                </c:pt>
                <c:pt idx="1">
                  <c:v>-11142</c:v>
                </c:pt>
                <c:pt idx="2">
                  <c:v>-12305</c:v>
                </c:pt>
                <c:pt idx="3">
                  <c:v>-22977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skill_aws</c:v>
                  </c:pt>
                  <c:pt idx="1">
                    <c:v>skill_python</c:v>
                  </c:pt>
                  <c:pt idx="2">
                    <c:v>num_skills</c:v>
                  </c:pt>
                  <c:pt idx="3">
                    <c:v>experience_tier</c:v>
                  </c:pt>
                  <c:pt idx="4">
                    <c:v>is_senior</c:v>
                  </c:pt>
                  <c:pt idx="5">
                    <c:v>country_India</c:v>
                  </c:pt>
                  <c:pt idx="6">
                    <c:v>country_USA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0.032</c:v>
                </c:pt>
                <c:pt idx="1">
                  <c:v>0.038</c:v>
                </c:pt>
                <c:pt idx="2">
                  <c:v>0.051</c:v>
                </c:pt>
                <c:pt idx="3">
                  <c:v>0.063</c:v>
                </c:pt>
                <c:pt idx="4">
                  <c:v>0.091</c:v>
                </c:pt>
                <c:pt idx="5">
                  <c:v>0.187</c:v>
                </c:pt>
                <c:pt idx="6">
                  <c:v>0.243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deck walks through the full ML salary prediction pipeline I built for the TalentPulse HR Analytics assessment. I'll cover the business problem, every technical step, results, and honest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 — roughly 3-4 minutes each. I'll flag the areas where I expect questions and address them head-on.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issue: TalentPulse's existing tooling is a lookup table that ignores seniority, geography, and skill demand. I built a full ML regression pipeline to address each gap specifically. The 50.7% missing salary rate is a critical data point — I'll come back to why I didn't impute those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'Why didn't you impute missing salaries?' — Because 50.7% missing is not a gap to fill; it's structural. Job postings without salary disclosure exist for a reason. Imputing half the dataset would train the model to predict its own imputed values, not real compensation. I trained only on labelled rows and kept the unlabelled set for future semi-supervised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QUESTIONS — all four right-column points will come up. The salary_min/max leakage question is the most likely first challenge from a technical panelist. The log transform and stratification questions are standard regression hygiene checks. Have these answers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'How did you prevent data leakage in your hyperparameter tuning?' — GridSearchCV performs all cross-validation exclusively on X_train. The test split is created before any model fitting and is never touched until final evaluation. The tuning protocol box on this slide pre-empts exactly that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'Why is there barely any difference between your models?' — The small gap (RF: $42,064 vs LR: $42,832) is not a bug; it tells us the dataset is relatively well-behaved given the feature set. The India outlier dominates variance and compresses visible differences. With currency-normalised data, tree models would likely separate more clearly from linear ones. ANTICIPATED QUESTION: 'Why didn't you compare against a baseline?' — Fair point. A DummyRegressor(strategy='median') is the right baseline and I would add it in v2. My models do substantially better than a simple median prediction, but I acknowledge it should be in the table formally.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'Your India predictions are off by $500k — is your model broken?' — No. The model is correctly identifying that India salary values in this dataset are anomalously large. The –$522k mean residual is strong evidence of currency contamination, not model failure. If I normalise ₹→USD, I expect India performance to become comparable to other markets. ANTICIPATED QUESTION: 'Why does your model under-predict for all countries?' — All residuals are negative because the India outliers pull the log-scale predictions downward across the board. Removing India outliers would likely bring other country residuals close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'Why is R² only 0.62? That seems low.' — This is a prepared answer. I'd walk through each factor on the right: experience data is 90% missing, half the dataset is unlabelled, the India currency issue dominates error variance, and I haven't yet extracted NLP signal from job descriptions. Each of these is a known, fixable constraint — not a modelling mistake. 0.62 on structured features with these data quality issues is a reasonable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implicit question: 'What makes you different from the other candidates?' Production-grade practices. Most assessment submissions are notebooks. I built a modular, tested, CI-driven codebase. The 90 tests aren't padding — they catch real bugs I found during the audit pass (index alignment, late-binding closure, dead variables). The architecture docs mean anyone joining this project can onboard without a handover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'If you had another week, what would you change?' — India currency fix first, then DummyRegressor baseline, then NLP features from job descriptions. That ordering is deliberate: the currency fix makes the model production-ready for India, the baseline makes the evaluation rigorous, and NLP is the highest-leverage feature improvement available. ANTICIPATED QUESTION: 'Why is your model only 62% R²?' — See previous slide. The short answer: data quality constraints, not modelling choices. Each listed limitation has a clear, concrete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directing the panel to the GitHub repo — the codebase is the primary evidence of engineering quality and they can verify everything I've said by running the pipeline.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4194D">
              <a:alpha val="60000"/>
            </a:srgbClr>
          </a:solidFill>
          <a:ln w="12700">
            <a:solidFill>
              <a:srgbClr val="1419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2194560" cy="219456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BB8"/>
                </a:solidFill>
              </a:rPr>
              <a:t>10ALYTICS  ·  SENIOR DATA ASSOCIATE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TalentPulse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ML Pipeline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End-to-end regression pipeline for tech job market salary prediction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493008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3493008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3493008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3493008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8"/>
                </a:solidFill>
              </a:rPr>
              <a:t>Henry Dibie</a:t>
            </a:r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   |   4,653 job postings   |   5 countries   |   4 seniority tiers   | 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70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338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4447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Why existing salary tooling fails and what I set out to solve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170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7840" y="11338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&amp; EDA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4447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Dataset overview, quality issues, salary distribution findings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24048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368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I built the feature set — and what I deliberately excluded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24048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2368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Model Training &amp; 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6791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 models, 5-fold CV, GridSearchCV, Ridge alpha selection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602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9136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MAE/RMSE/R², feature importances, residual bias diagnostics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65192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3602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Limitations &amp; Next Steps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9136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I'd improve — and why the India numbers look that way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The Business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Why the legacy model fails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2344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Flat lookup table — no seniority effect captured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92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geographic market differentiation across 5 countries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511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skill scarcity premium (Python, Spark, AWS)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09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50.7% of postings have no disclosed salary — raw imputation would corrupt the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804672"/>
            <a:ext cx="3749040" cy="4005072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960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What I built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93792" y="1389888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3533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is_senior flag → captures 45–80% seniority 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93792" y="1920240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8836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OHE country → 5 distinct market price points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93792" y="2450592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241401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Skill binary flags → scarcity premium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93792" y="2980944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94436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Labelled-only training → no leakage from imputed targets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93792" y="3511296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34747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 models benchmarked with 5-fold GridSearchCV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93792" y="4041648"/>
            <a:ext cx="182880" cy="18288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40050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90 unit tests, CI/CD, full bias diagnostics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Data &amp; EDA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</a:rPr>
              <a:t>4,653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job postings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841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</a:rPr>
              <a:t>2,295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Labelled (has_salary=True)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Countries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841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Seniority levels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EDA Findings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Salary distribution: 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331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Right-skewed — log1p transform applied to target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43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India outliers: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8437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Median salary ~10× other markets (likely USD/INR mixing)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558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Experience missing: 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3558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90% of rows missing experience_required — retained with conservative default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679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Top correlation: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8679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is_senior (r=0.39) → strongest salary predictor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52544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799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multicollinearity: 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43799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base features VIF &lt; 3 — clean feature set confirmed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Median Salary by Country (USD)</a:t>
            </a:r>
            <a:endParaRPr lang="en-US" sz="11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892040" y="2212848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4892040" y="48463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53935"/>
                </a:solidFill>
              </a:rPr>
              <a:t>⚠ India bar scaled — see §5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Features Built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572000" cy="365760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is_senior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Binary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Senior/Lead = 1 → captures 45–80% premium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experience_tier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Ordinal 0–3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0–2yr / 3–5yr / 6–9yr / 10+yr buckets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skill_python/sql/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spark/aws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Binary ×4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Scarcity-premium flags for top skills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is_remote_int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Binary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Boolean cast to int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num_skills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Integer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Role complexity proxy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OHE: job_level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 cols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Junior / Mid / Senior / Lead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OHE: country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5 cols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USA / UK / Canada / Australia / India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804672"/>
            <a:ext cx="3520440" cy="4041648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4960" y="941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Design Decisions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Why no salary_min/max?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4960" y="1581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They are inputs to salary_avg = (min+max)/2. Including them gives R²→1.0 artificially — the model would be predicting a formula, not salary.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94960" y="21671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Why no StandardScaler?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9496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Tree models are scale-invariant. Ridge's L2 handles ill-conditioning. VIF&lt;3 on all features confirms no need.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30083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Why log1p target?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94960" y="32644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Salary is right-skewed. Log-transform reduces outlier influence and improves linear model assumptions (confirmed by Q-Q plots).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94960" y="38496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Why stratify split?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94960" y="41056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Seniority is the top predictor. A bad random draw could place all Lead roles in one partition — stratification prevents that.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Model Training &amp; Tuning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Linear Regression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Interpretable baseline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164592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regularisation — establishes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floor performance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841248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Ridge 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L2-regularised baseline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42032" y="164592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Alpha tuned via 30-pt log-space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5-fold CV (best α = 0.01)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841248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Non-linear ensemble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45152" y="164592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GridSearchCV: depth ∈ {8,12,∞}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n_estimators ∈ {100,200}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0" y="841248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Boosted ensemble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48272" y="1645920"/>
            <a:ext cx="1773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GridSearchCV: lr ∈ {0.05,0.1}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depth ∈ {4,6}, n_est ∈ {100,200}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89864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Tuning protocol: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hyperparameters selected via 5-fold CV on the training partition only. Test set held out and never seen during model selection — no data leakage between tuning and evaluation.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Pipeline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Raw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27632" y="4224528"/>
            <a:ext cx="20116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Clean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Filter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90672" y="4224528"/>
            <a:ext cx="20116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53712" y="4224528"/>
            <a:ext cx="20116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Train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Test Split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16752" y="4224528"/>
            <a:ext cx="20116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GridSearch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CV Tuning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79792" y="4224528"/>
            <a:ext cx="20116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3858768"/>
            <a:ext cx="1261872" cy="713232"/>
          </a:xfrm>
          <a:prstGeom prst="roundRect">
            <a:avLst>
              <a:gd name="adj" fmla="val 8974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858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Evaluation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&amp; Bias QA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Results &amp;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MAE by Model (USD, lower is better)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78992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80467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3560" y="8595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Best MAE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23560" y="10789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$42,064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23560" y="14264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32120" y="18288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88366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Best R²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2103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0.622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23560" y="2450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Linear / Ridge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32120" y="2852928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9077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Test rows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23560" y="3127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459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23560" y="3474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Stratified 20%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32120" y="3877056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39319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Train rows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23560" y="41513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1,836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23560" y="4498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80% partition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3977640"/>
            <a:ext cx="84582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404164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How to read these results: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 achieves the lowest MAE — best average prediction accuracy. Linear/Ridge achieve the highest R² and lowest RMSE — strongest robustness to extreme outliers. The right choice depends on the business objective: if the priority is average accuracy (e.g. salary benchmarking at scale), choose RF. If stability across the full salary range matters more (e.g. budget forecasting), Linear/Ridge is preferable. I recommend RF for this use case.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Bias Diagnostics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Mean Residual by Country (Predicted − Actual, USD)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78992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Mean Residual by Job Level</a:t>
            </a:r>
            <a:endParaRPr lang="en-US" sz="11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5440680" y="1078992"/>
          <a:ext cx="3383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49040"/>
            <a:ext cx="850392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8912" y="38221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⚠  India: Why –$522,682?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40965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360C"/>
                </a:solidFill>
              </a:rPr>
              <a:t>India's median salary in this dataset (~$980,000 USD) is approximately 10× other markets. This is almost certainly USD/INR currency mixing in the source data — Indian Rupee values stored without conversion (e.g., ₹10,00,000 stored as 10,000,000 instead of ~$12,000). The model cannot compensate for a data error of this magnitude. This is a data pipeline fix, not a model fix.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Feature Importances &amp; R² Explained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Top Feature Importances — Random Forest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7899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777240"/>
            <a:ext cx="3246120" cy="3547872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914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</a:rPr>
              <a:t>Why is R² only 0.62?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0" y="12984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90% missing experience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The single richest predictor of compensation is barely present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755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50.7% unlabelled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1965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Training on 2,295 rows limits generalisation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0" y="22128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Currency noise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69280" y="24231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India outliers dominate residual variance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0" y="26700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No NLP features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28803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Job description text contains significant signal not yet extracted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31272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Global model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3337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 different salary markets in one model reduces fit for each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0" y="35661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Despite these constraints, 62% of salary variance is explained using only structured job-posting attributes.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Quality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What separates this from a Jupyter notebook submission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776" y="122529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2435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90 Unit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95681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test_pipeline, test_loader, test_train, test_metrics, test_config — 99% coverage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789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122529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12435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GitHub Actions CI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9856" y="195681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Ruff lint + pytest on every push across Python 3.10, 3.11, 3.12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789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22529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12435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Zero Lint Errors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5936" y="195681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77 ruff violations caught and fixed — clean, idiomatic Python 3.10+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309981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1181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Leakage Guards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" y="383133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salary_min/max excluded by design; dedicated test asserts this on every run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95351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9856" y="309981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1181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Config-Driven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9856" y="383133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hyperparameters in pipeline.yaml — zero magic numbers in source code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95351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5936" y="309981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31181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Full Documentation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5936" y="383133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README, ARCHITECTURE.md, CONTRIBUTING.md, data card, CHANGELOG, benchmarking memo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·  Limitations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Known Limitations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297680" cy="603504"/>
          </a:xfrm>
          <a:prstGeom prst="roundRect">
            <a:avLst>
              <a:gd name="adj" fmla="val 10606"/>
            </a:avLst>
          </a:prstGeom>
          <a:solidFill>
            <a:srgbClr val="FFF3E0"/>
          </a:solidFill>
          <a:ln w="10160">
            <a:solidFill>
              <a:srgbClr val="FFC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India currency contamination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Model unusable for India pricing until USD/INR normalisation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4297680" cy="603504"/>
          </a:xfrm>
          <a:prstGeom prst="roundRect">
            <a:avLst>
              <a:gd name="adj" fmla="val 10606"/>
            </a:avLst>
          </a:prstGeom>
          <a:solidFill>
            <a:srgbClr val="FFF3E0"/>
          </a:solidFill>
          <a:ln w="10160">
            <a:solidFill>
              <a:srgbClr val="FFCC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202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90% missing experience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1579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Tier feature adds limited signal; noted in memo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297680" cy="603504"/>
          </a:xfrm>
          <a:prstGeom prst="roundRect">
            <a:avLst>
              <a:gd name="adj" fmla="val 10606"/>
            </a:avLst>
          </a:prstGeom>
          <a:solidFill>
            <a:srgbClr val="FFF3E0"/>
          </a:solidFill>
          <a:ln w="10160">
            <a:solidFill>
              <a:srgbClr val="FFCC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151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No baseline comparison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5292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DummyRegressor should be in the scorecard — v2 priority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4297680" cy="603504"/>
          </a:xfrm>
          <a:prstGeom prst="roundRect">
            <a:avLst>
              <a:gd name="adj" fmla="val 10606"/>
            </a:avLst>
          </a:prstGeom>
          <a:solidFill>
            <a:srgbClr val="FFF3E0"/>
          </a:solidFill>
          <a:ln w="10160">
            <a:solidFill>
              <a:srgbClr val="FFCC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1012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Global model across 5 markets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547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One model for UK, USA, India, Canada, Australia reduces fit per market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4297680" cy="603504"/>
          </a:xfrm>
          <a:prstGeom prst="roundRect">
            <a:avLst>
              <a:gd name="adj" fmla="val 10606"/>
            </a:avLst>
          </a:prstGeom>
          <a:solidFill>
            <a:srgbClr val="FFF3E0"/>
          </a:solidFill>
          <a:ln w="10160">
            <a:solidFill>
              <a:srgbClr val="FFCC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0050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No NLP signal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424281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Job description text contains salary signals not yet extracted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777240"/>
            <a:ext cx="3840480" cy="4187952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V2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Immediate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38928" y="159105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15544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Fix India USD/INR normalisation in ingestion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38928" y="1883664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184708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 DummyRegressor baseline to scorecard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267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Short-term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38928" y="2578608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0096" y="254203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XGBoost / LightGBM evaluation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38928" y="28712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0096" y="283464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TF-IDF features from job description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38928" y="3163824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312724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remote × experience interaction term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3547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Medium-term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38928" y="3858768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0096" y="3822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Country-stratified models or ensemble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38928" y="415137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0096" y="41148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Semi-supervised training on 2,358 unlabelled rows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38928" y="4443984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0096" y="4407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FastAPI serving endpoint + MLflow tracking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4194D">
              <a:alpha val="60000"/>
            </a:srgbClr>
          </a:solidFill>
          <a:ln w="12700">
            <a:solidFill>
              <a:srgbClr val="1419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2194560" cy="219456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 regression models trained on 2,295 labelled postings across 5 markets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739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Random Forest: MAE $42,064 (best average accuracy) — R² 0.62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408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 bias diagnostics: residuals by country, level, and segment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077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Production codebase: 90 tests · 99% coverage · CI/CD · zero lint errors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Clear path to improvement: currency fix → baseline → NLP → stratified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87952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" y="4187952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16736" y="4187952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4187952"/>
            <a:ext cx="91440" cy="9144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8"/>
                </a:solidFill>
              </a:rPr>
              <a:t>github.com/HenryMorganDibie/talentpulse-salary-ml</a:t>
            </a:r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   ·   linkedin.com/in/kinghenrymorgan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TalentPulse Salary ML Pipeline</dc:title>
  <dc:subject>PptxGenJS Presentation</dc:subject>
  <dc:creator>HenryMorganDibie</dc:creator>
  <cp:lastModifiedBy>HenryMorganDibie</cp:lastModifiedBy>
  <cp:revision>1</cp:revision>
  <dcterms:created xsi:type="dcterms:W3CDTF">2026-06-27T22:10:43Z</dcterms:created>
  <dcterms:modified xsi:type="dcterms:W3CDTF">2026-06-27T22:10:43Z</dcterms:modified>
</cp:coreProperties>
</file>